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  <p:sldId id="287" r:id="rId38"/>
    <p:sldId id="288" r:id="rId39"/>
    <p:sldId id="289" r:id="rId40"/>
    <p:sldId id="290" r:id="rId41"/>
    <p:sldId id="291" r:id="rId42"/>
    <p:sldId id="292" r:id="rId43"/>
    <p:sldId id="293" r:id="rId44"/>
    <p:sldId id="294" r:id="rId45"/>
    <p:sldId id="295" r:id="rId46"/>
    <p:sldId id="296" r:id="rId47"/>
    <p:sldId id="297" r:id="rId48"/>
    <p:sldId id="298" r:id="rId49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Relationship Id="rId45" Type="http://schemas.openxmlformats.org/officeDocument/2006/relationships/slide" Target="slides/slide39.xml"/><Relationship Id="rId46" Type="http://schemas.openxmlformats.org/officeDocument/2006/relationships/slide" Target="slides/slide40.xml"/><Relationship Id="rId47" Type="http://schemas.openxmlformats.org/officeDocument/2006/relationships/slide" Target="slides/slide41.xml"/><Relationship Id="rId48" Type="http://schemas.openxmlformats.org/officeDocument/2006/relationships/slide" Target="slides/slide42.xml"/><Relationship Id="rId49" Type="http://schemas.openxmlformats.org/officeDocument/2006/relationships/slide" Target="slides/slide4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jp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jp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jp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jp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jp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jp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jp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jp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jp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jp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jp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jp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jp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8.jp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9.jp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0.jp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1.jp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2.jp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3.jpg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4.jpg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5.jpg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6.jpg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7.jpg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8.jpg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9.jpg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0.jpg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1.jpg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2.jpg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3.jpg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4.jpg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5.jpg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6.jpg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7.jpg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8.jpg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9.jpg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0.jpg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1.jpg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2.jpg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3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1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2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3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4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5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6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7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8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3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1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_4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57250"/>
            <a:ext cx="9144000" cy="51435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